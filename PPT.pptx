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F1DF-BE4A-BB36-C14A-452AFE35E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9BBEC-71B7-22E7-070A-DB5858CB6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E1E1-3D37-737F-341F-36165D9A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25365-815F-6FBB-03D8-E28F1642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E0B16-649F-5398-F510-A026E74D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19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C22B-1DDE-CE3E-B00D-1C780A291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D7C03-79F4-2FEF-2467-3839DE474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D418-596D-BDD8-0BFA-310A3599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D4D1-6E00-CCE9-156D-B184939A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8CFF-D7DA-3468-C089-B24B421F1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56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D162-2723-CDBF-5830-715F70F5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FAE0-7548-0A99-693E-B00583B3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4A6FF-1E2E-41DF-B717-872BAE0D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7EBD1-43CB-13E8-9E65-1CD082CC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794C0-1BF5-6A0F-9458-6BA1976B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48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6265-881C-26CF-740B-FB912568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6E017-5B33-F7AA-3961-EC9C9FBF9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38D16-36A3-B051-7714-60AA16AE9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0B866-C0A4-04F4-3D8A-649369C6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72E39-CA8E-1446-1E22-CB9C6A8F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653CA-87C0-3D5D-8F3C-586F41DD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3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8687-D674-54EE-0E61-70220A92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E7FB1-84AB-404F-3DB6-CC78E2716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36837-91A5-39C4-6688-9E96459BE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998AA-A51C-B468-B3F9-ED62D27CE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32E587-BD5B-0E97-8495-CEF16C6A44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4791E-72AE-04A8-ED85-21B88575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E5D4D0-E77E-4D98-A1AE-D884F93C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6A1186-4BFC-DACB-E03D-85B4088C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12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F2D6-E08A-5259-DDCA-E5D60714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5F2D0-1B2C-072D-5B7F-1683DB97B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E6A9F-F848-791E-C234-25B99415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887E7-03E6-9F56-4AB8-EBD14C9C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78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B6F40-B2B7-D4C9-B2CA-5C556A44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2C3BB2-0EC6-D08D-045E-596EC242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0480F-05AD-9842-CD58-968A9AE9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14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3025A-9CF3-8DF3-FAF4-759EE03D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58CC-B909-7C03-9E6A-0112C4241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B5458-D189-3902-387F-8C340B31C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A5C4F-3AEF-AF17-557F-838BFED8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ABA30-B247-BD57-7FEC-9A81D238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5482D-0C37-443E-9EAD-3952D25A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81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B6F8-F6BA-2FA2-B613-8C5E4F90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58267-482C-F088-68A3-3DF9473C3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DBE55-8C0E-CCFA-FA21-253C3F91F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29ECF-FBCD-BB7D-EC98-EFD6981F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041BD-B729-F38F-B33B-D9760AD6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C2579-0DD3-A2C2-240F-35EA0CC8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95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7570-5AD6-A40F-E4A5-89962A173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A337A-44F4-228A-B2A5-134C86241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5D905-D035-543D-FE2D-64886873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1D3A7-11E0-08D4-B894-E69C14CE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C1340-1D31-F370-4401-DBB3399F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43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67DFA-4415-20DB-7311-C8E18FFA4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AB7EF-2484-579B-3519-F3A587F2B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BEA20-87CA-EDD7-CBE2-0A23B2DD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E4D90-E69A-C89E-B0A1-577232EE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12F96-6787-97E9-C14F-9A654732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35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01787-FC9F-CED5-02F2-3E7C6354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D3F3D-96A8-6F51-DDA8-8B688D2C6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ECAE3-4EB3-0B37-B4D7-334C7F835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1E613-7460-4DC1-8E27-1A31476184C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CDE7E-2DB4-FEB7-9CDC-BA4F664D3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63DA-C3E5-F983-80F3-DE5ED838B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8E28E-AAD2-48F2-8EC6-99F367DFF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95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3CC2-BD9B-FF7C-6C70-C99FB8671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27A69-51BC-9FEB-45DA-5926C7DCD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87BA7F-8492-A46F-A413-BB1DA2639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-6297"/>
            <a:ext cx="12024852" cy="687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2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2E2B079D-D1F1-AD1A-DB59-D9A3DAAB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728"/>
            <a:ext cx="12192000" cy="694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0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kodam</dc:creator>
  <cp:lastModifiedBy>siddharth kodam</cp:lastModifiedBy>
  <cp:revision>1</cp:revision>
  <dcterms:created xsi:type="dcterms:W3CDTF">2026-10-22T15:41:36Z</dcterms:created>
  <dcterms:modified xsi:type="dcterms:W3CDTF">2026-10-22T15:44:42Z</dcterms:modified>
</cp:coreProperties>
</file>